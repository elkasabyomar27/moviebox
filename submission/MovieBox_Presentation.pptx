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cc482a77904ad8" /><Relationship Type="http://schemas.openxmlformats.org/officeDocument/2006/relationships/extended-properties" Target="/docProps/app.xml" Id="R94abc36c85714f98" /><Relationship Type="http://schemas.openxmlformats.org/officeDocument/2006/relationships/officeDocument" Target="/ppt/presentation.xml" Id="R58d7bc272c06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e59a97f334011"/>
  </p:sldMasterIdLst>
  <p:notesMasterIdLst>
    <p:notesMasterId xmlns:r="http://schemas.openxmlformats.org/officeDocument/2006/relationships" r:id="R6514af2023bf4865"/>
  </p:notesMasterIdLst>
  <p:sldIdLst>
    <p:sldId xmlns:r="http://schemas.openxmlformats.org/officeDocument/2006/relationships" id="256" r:id="Rde51842d44a7464d"/>
    <p:sldId xmlns:r="http://schemas.openxmlformats.org/officeDocument/2006/relationships" id="257" r:id="R9136eb8413874f0b"/>
    <p:sldId xmlns:r="http://schemas.openxmlformats.org/officeDocument/2006/relationships" id="258" r:id="Rffa6d24c796f4c88"/>
    <p:sldId xmlns:r="http://schemas.openxmlformats.org/officeDocument/2006/relationships" id="259" r:id="R7b546cd616ec439e"/>
    <p:sldId xmlns:r="http://schemas.openxmlformats.org/officeDocument/2006/relationships" id="260" r:id="R8725cb7ad1394694"/>
    <p:sldId xmlns:r="http://schemas.openxmlformats.org/officeDocument/2006/relationships" id="261" r:id="Red54695c9fe846bc"/>
    <p:sldId xmlns:r="http://schemas.openxmlformats.org/officeDocument/2006/relationships" id="262" r:id="R0a0359531d7643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52da706b44580" /><Relationship Type="http://schemas.openxmlformats.org/officeDocument/2006/relationships/slideMaster" Target="/ppt/slideMasters/slideMaster1.xml" Id="R8a6e59a97f334011" /><Relationship Type="http://schemas.openxmlformats.org/officeDocument/2006/relationships/notesMaster" Target="/ppt/notesMasters/notesMaster1.xml" Id="R6514af2023bf4865" /><Relationship Type="http://schemas.openxmlformats.org/officeDocument/2006/relationships/presProps" Target="/ppt/presProps.xml" Id="Ra88fb46ed42c43ad" /><Relationship Type="http://schemas.openxmlformats.org/officeDocument/2006/relationships/tableStyles" Target="/ppt/tableStyles.xml" Id="Rd440bb03d529443c" /><Relationship Type="http://schemas.openxmlformats.org/officeDocument/2006/relationships/slide" Target="/ppt/slides/slide1.xml" Id="Rde51842d44a7464d" /><Relationship Type="http://schemas.openxmlformats.org/officeDocument/2006/relationships/slide" Target="/ppt/slides/slide2.xml" Id="R9136eb8413874f0b" /><Relationship Type="http://schemas.openxmlformats.org/officeDocument/2006/relationships/slide" Target="/ppt/slides/slide3.xml" Id="Rffa6d24c796f4c88" /><Relationship Type="http://schemas.openxmlformats.org/officeDocument/2006/relationships/slide" Target="/ppt/slides/slide4.xml" Id="R7b546cd616ec439e" /><Relationship Type="http://schemas.openxmlformats.org/officeDocument/2006/relationships/slide" Target="/ppt/slides/slide5.xml" Id="R8725cb7ad1394694" /><Relationship Type="http://schemas.openxmlformats.org/officeDocument/2006/relationships/slide" Target="/ppt/slides/slide6.xml" Id="Red54695c9fe846bc" /><Relationship Type="http://schemas.openxmlformats.org/officeDocument/2006/relationships/slide" Target="/ppt/slides/slide7.xml" Id="R0a0359531d76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1abf977c7f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d8ed31fb842ce" /><Relationship Type="http://schemas.openxmlformats.org/officeDocument/2006/relationships/notesMaster" Target="/ppt/notesMasters/notesMaster1.xml" Id="Ra22a550fabca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ba72f10074038" /><Relationship Type="http://schemas.openxmlformats.org/officeDocument/2006/relationships/notesMaster" Target="/ppt/notesMasters/notesMaster1.xml" Id="Rd2a74b62dc18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ecca392314d40" /><Relationship Type="http://schemas.openxmlformats.org/officeDocument/2006/relationships/notesMaster" Target="/ppt/notesMasters/notesMaster1.xml" Id="Rc11e03957756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ec9161816405f" /><Relationship Type="http://schemas.openxmlformats.org/officeDocument/2006/relationships/notesMaster" Target="/ppt/notesMasters/notesMaster1.xml" Id="R573cd6c6b6304e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dcc380c85c461d" /><Relationship Type="http://schemas.openxmlformats.org/officeDocument/2006/relationships/notesMaster" Target="/ppt/notesMasters/notesMaster1.xml" Id="R832685920b44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fab46140df4804" /><Relationship Type="http://schemas.openxmlformats.org/officeDocument/2006/relationships/notesMaster" Target="/ppt/notesMasters/notesMaster1.xml" Id="Red4e46407a2b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1f4aa904b74036" /><Relationship Type="http://schemas.openxmlformats.org/officeDocument/2006/relationships/notesMaster" Target="/ppt/notesMasters/notesMaster1.xml" Id="R2bf4dbed037c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bb263e87d43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94f0e45fab4b0d" /><Relationship Type="http://schemas.openxmlformats.org/officeDocument/2006/relationships/slideLayout" Target="/ppt/slideLayouts/slideLayout1.xml" Id="R8cb61d28ad4440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61d28ad4440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0539240e742ee" /><Relationship Type="http://schemas.openxmlformats.org/officeDocument/2006/relationships/notesSlide" Target="/ppt/notesSlides/notesSlide1.xml" Id="R48114a573ad648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183dad584828" /><Relationship Type="http://schemas.openxmlformats.org/officeDocument/2006/relationships/notesSlide" Target="/ppt/notesSlides/notesSlide2.xml" Id="R102347de5081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a093b7f514571" /><Relationship Type="http://schemas.openxmlformats.org/officeDocument/2006/relationships/notesSlide" Target="/ppt/notesSlides/notesSlide3.xml" Id="R498536170e93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21b3dfbe84af4" /><Relationship Type="http://schemas.openxmlformats.org/officeDocument/2006/relationships/notesSlide" Target="/ppt/notesSlides/notesSlide4.xml" Id="Re06ae3480d46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3015026c642fd" /><Relationship Type="http://schemas.openxmlformats.org/officeDocument/2006/relationships/notesSlide" Target="/ppt/notesSlides/notesSlide5.xml" Id="R2249ea0cd78241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da69505d84eac" /><Relationship Type="http://schemas.openxmlformats.org/officeDocument/2006/relationships/notesSlide" Target="/ppt/notesSlides/notesSlide6.xml" Id="Rdc9eba69ed4f4f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664519fa94813" /><Relationship Type="http://schemas.openxmlformats.org/officeDocument/2006/relationships/notesSlide" Target="/ppt/notesSlides/notesSlide7.xml" Id="R3e5d74230bcf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E766C-9096-406C-8FAC-E2BF7C4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6B6E8-51AD-4498-8330-A95F987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ANGULAR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A57B-8DBD-4A50-BA17-8FB7077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MovieBox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A803C-5C1D-47DB-9CAA-2B76AD0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2377-C215-4292-A7D3-79958A0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A5AD"/>
                </a:solidFill>
              </a:defRPr>
            </a:pPr>
            <a:r>
              <a:rPr sz="2025" b="0">
                <a:solidFill>
                  <a:srgbClr val="A7A5AD"/>
                </a:solidFill>
              </a:rPr>
              <a:t>A responsive discovery experience for finding, filtering, and saving titles.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158EA-375F-4008-998E-8982736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BA38"/>
                </a:solidFill>
              </a:defRPr>
            </a:pPr>
            <a:r>
              <a:rPr sz="1800" b="1">
                <a:solidFill>
                  <a:srgbClr val="F3BA38"/>
                </a:solidFill>
              </a:rPr>
              <a:t>Team 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D75B9-F429-475D-B03A-B4FD0FC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1. Name: ____________________   ID: 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5E695-E91E-4576-979E-453E999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2. Name: ____________________   ID: 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623D6-E7C4-4EA3-9968-994EE61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3. Name: ____________________   ID: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8E6BB-2932-4D97-8A9A-B95B029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4. Name: ____________________   ID: 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133BB-7E57-4526-A52B-AE7B0EC7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5. Name: ____________________   ID: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8686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E919C-3CB3-41B0-A74F-F57CA21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84E37-603E-4D5B-A8D8-A906581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THE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C7460-D046-4163-9B34-FEE2C8A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Finding something worth watching should feel simple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9C375-B1D3-4AE6-B862-60DF452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E675-0D3F-4F99-9E34-3011FE5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One place to browse popular titles from a public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00DA6-DCF6-4CF0-9793-63C41F9B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by title and narrow the catalog by genre.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070A0-79E2-4A63-8409-615D536E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a detail page before deciding what to save.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9B5AC-8FAC-4E02-93A2-013F4DDB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Keep favorites in a personal list that stays after refresh.</a:t>
            </a:r>
          </a:p>
        </p:txBody>
      </p:sp>
    </p:spTree>
    <p:extLst>
      <p:ext uri="{BB962C8B-B14F-4D97-AF65-F5344CB8AC3E}">
        <p14:creationId xmlns:p14="http://schemas.microsoft.com/office/powerpoint/2010/main" val="1148354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1393A-6D44-40AC-ABE3-F0205ED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CE4A9-D080-4725-8037-D593BE6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4B648-EAC7-4C3F-9A42-604778D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From discovery to a saved favorite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F256-E4E2-4C22-AA16-140F307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C9019-BFD2-4440-8A15-719106A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Discover: popular titles load from the API with a loading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926A7-9DBC-470D-985A-DCD2E13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Search: enter a title and show matching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5708E-975A-4750-939F-CE83F19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Filter: select a category to update the visible catalog.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C6E9D-C441-4BEE-AB25-4CA6E66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Details: view poster, overview, score, year, genres, runtime, and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4D202-0844-4B08-B72F-D6CA6F2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My list: add or remove favorites stored in local storage.</a:t>
            </a:r>
          </a:p>
        </p:txBody>
      </p:sp>
    </p:spTree>
    <p:extLst>
      <p:ext uri="{BB962C8B-B14F-4D97-AF65-F5344CB8AC3E}">
        <p14:creationId xmlns:p14="http://schemas.microsoft.com/office/powerpoint/2010/main" val="1065939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18A59-570A-466C-8BF2-34DAA6B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CF43-919D-49BF-A12E-EEC177C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1648E-E35E-4C40-89D7-E20832B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Angular keeps the application organized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0805A-A4C1-4347-9BA0-8AA99B2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72046-1E43-406F-A770-F67A963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Standalone components: Home, Details, Favorites, Navbar, and Movie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8CFE6-8167-4562-A6A1-C307BAC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Angular Router: /, /movie/:id, and /favorites.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8321-D3F9-451A-9786-FE431AF7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MovieService: fetches trending, searched, and detailed title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54B35-C744-4AC4-8E30-6FA7889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FavoritesService: manages local-storage favorites across pages.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CAC07-1942-44AE-92A9-697F32BA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Responsive CSS: layouts adapt to desktop, tablet, and mobile.</a:t>
            </a:r>
          </a:p>
        </p:txBody>
      </p:sp>
    </p:spTree>
    <p:extLst>
      <p:ext uri="{BB962C8B-B14F-4D97-AF65-F5344CB8AC3E}">
        <p14:creationId xmlns:p14="http://schemas.microsoft.com/office/powerpoint/2010/main" val="225880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2FDA-EAD4-4F9D-A7B2-AA3A4633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188DD-CA5C-4630-815A-4EB92BA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342D7-787B-4F67-BFDF-0BDE2C7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The required Movie Explorer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B8148-3263-46FD-84D4-1B17A50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5FC2E-F807-4C8B-8CAB-B40C01B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Public API integration, movie cards, poster, overview, rating, release year, and genres.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09A59-A872-42E0-ACD5-995F07B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and genre filter, including an empty-results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9C6B-6654-44F9-9419-C8A4EE2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Favorites page with persistent local storage.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9ECB7-65C7-40E8-B44A-30719BC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Loading and error states so the screen never appears empty.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DE7E6-2C1F-405D-AFD1-66DD7764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Accessible labels, clear navigation, and responsive visual design.</a:t>
            </a:r>
          </a:p>
        </p:txBody>
      </p:sp>
    </p:spTree>
    <p:extLst>
      <p:ext uri="{BB962C8B-B14F-4D97-AF65-F5344CB8AC3E}">
        <p14:creationId xmlns:p14="http://schemas.microsoft.com/office/powerpoint/2010/main" val="1882576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93161-1045-4F3C-A4FC-7C8245DC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1E798-86E3-4D05-8CFB-5AF6275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8DD6A-5D38-449E-AF83-6735CC0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What we will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8227B-5A22-4265-9345-6F08BBE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FC9B0-4D85-40BD-BE0C-13B4CC4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the Discover page and explain the API-loaded cards.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129D-0CD8-42AA-B351-41E3765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for a title, then choose a genre filter.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3D32D-57CC-4E0C-9A48-91AA3DB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one title and show its full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9128E-3037-48D7-AE35-2966C9B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Add it to My list, refresh, and show that the favorite remains.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61D42-85A2-47A3-9B7E-B1151BD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Explain the component, route, and service responsible for each feature.</a:t>
            </a:r>
          </a:p>
        </p:txBody>
      </p:sp>
    </p:spTree>
    <p:extLst>
      <p:ext uri="{BB962C8B-B14F-4D97-AF65-F5344CB8AC3E}">
        <p14:creationId xmlns:p14="http://schemas.microsoft.com/office/powerpoint/2010/main" val="189215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BAC7-495B-4F2C-9DA0-E07332B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E29EF-167C-45DC-A30D-4489545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4E76B-0718-4070-90F2-4B9C3DA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MovieBox delivers a complete Angular front-end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6251-A712-4F31-AFF8-2FFE3F3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F5771-A4DA-4F8A-A16D-AFCA771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5F5"/>
                </a:solidFill>
              </a:defRPr>
            </a:pPr>
            <a:r>
              <a:rPr sz="2175" b="0">
                <a:solidFill>
                  <a:srgbClr val="F7F5F5"/>
                </a:solidFill>
              </a:rPr>
              <a:t>A clean, responsive discovery app that demonstrates Angular components, routing, services, API integration, data binding, filtering, and local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A08B5-75CF-4A01-8B3B-1A2D095E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BA38"/>
                </a:solidFill>
              </a:defRPr>
            </a:pPr>
            <a:r>
              <a:rPr sz="3600" b="1">
                <a:solidFill>
                  <a:srgbClr val="F3BA3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5750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2026-09-03T18:32:40.8250000Z</dcterms:created>
  <dcterms:modified xsi:type="dcterms:W3CDTF">2026-09-03T18:32:40.8250000Z</dcterms:modified>
</coreProperties>
</file>